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0:00–0:20 (20 s). LOGISTICS: present zonal-deck.pdf from your own laptop, with demo/dustledger-demo.html pre-opened in a second tab (offline); backup slides B1–B8 follow the last main slide. Cue card: presenter-card.pdf.
SAY: "We're ‹team›. Delhi's winter dust rules are applied by activity and by pollution stage, not by what each site actually releases. We propose a way to estimate each site's own dust. Today we have the data pipeline and a stress-tested simulation; the sensor ring is our Round-2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0:20–1:00 (40 s).
SAY: "Delhi's Winter Action Plan for this year, as reported, prohibits dust-generating demolition and outdoor civil works from November first to January thirty-first, and bans construction from December tenth to January twentieth. GRAP emergencies add stage-wise stops; last year GRAP-3 halted construction for sixteen days. These rules follow the activity and the pollution stage — not what each site actually releases."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1:00–1:45 (45 s).
SAY: "Delhi measures air at city scale: forty-seven reference monitors, planned at about one per twenty-five to fifty square kilometres. A monitor can tell you the air is bad; it can't tell you which site around it made it bad. So compliance is a checklist — anti-smog guns, CCTV, self-audits — and fines depend on site area, not on how much dust a site releases. And when tankers are filmed spraying a reference monitor, people stop trusting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1:45–2:35 (50 s).
SAY: "Here's the honest size of the problem. In IIT Kanpur's source study for the Delhi government, construction material was two to five per cent of ambient PM10. It's a real source, but a small one in that study. The stops fall hardest on daily-wage workers: nearly fourteen lakh are on Delhi's welfare-board rolls but only about ninety thousand are active members, and in one survey most site workers weren't registered for the aid. So we are not promising to clean Delhi's air. We're proposing an evidence tool for fairer, targeted inspection."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2:35–3:15 (40 s).
SAY: "Indian compliance monitors stream a PM number to the DPCC cloud. But Delhi's winter background is in the hundreds of micrograms, so a sensor at the fence mostly measures Delhi, not the site. Anti-smog guns run on timers. Forecasts predict the city, not the site. Fence-line attribution is established for mines and industry; we borrow it — we just didn't find it packaged for Indian construction sites at low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3:15–4:45 (90 s).
SAY: "Four cheap sensors on the boundary and a wind sensor. Delhi's background reaches all four; the site's own dust reaches mostly the downwind ones. The difference is our estimate of the site's contribution — an inference, not proof of cause. When the wind is under half a metre per second, we say 'inconclusive', and inconclusive never means clean. A check for swirling wind and for nodes that disagree with the wind is planned, not built. When the estimate says the site is adding dust, the misting line turns on instead of running on a timer. Records are signed on the device and hash-chained, so edits become detectable. The output is a list that tells inspectors where to look first; penalties still need DPCC's own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4:45–6:15 (90 s).
SAY: "This is the core test. The background PM and the wind are real Delhi data; the sites, their dust and the sensor faults are simulated. Two independent reviewers made it harder: sensor fouling, dust responding differently from ambient air, dirty nights, a neighbouring site, a biased wind vane, and a stronger baseline — a fourteen-day median of weekly reference visits. Across all hours, the fixed pair is off by about ninety-six micrograms, the ring by about sixty-nine, and the ring with self-calibration by about fifty-seven, against sixty-five for the reference baseline. But in work hours, when dust is actually emitted, self-calibration is no better than the reference baseline, and both errors roughly double. Its real gain is fewer false alarms — about half as many — which matters if a flag sends an inspector to a clean site. It's a simulation with fresh seeds, not a blind test; a controlled dust test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6:15–7:15 (60 s).
SAY: "Costs come from vendor listings we opened: about sixty-one thousand rupees of parts for a four-node ring, a wind sensor, a gateway and a misting line. That's parts only — not installation or upkeep — and the wind sensor is a quarter of it. Power is a model estimate from datasheets: about ten watt-hours a day per node, so a ten-watt panel covers about twice the load in an average December, and the battery lasts about twelve days without sun. We'll bench-measure all of it. For scale, a single violation costs one to two lakh rupees under the 2024 schedule — but whether anyone will pay for this is untested."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7:15–8:45 (90 s). Then stop: 1:15 reserve.
SAY: "Here's what we'll test, and every step depends on approvals. By mid-October, a bench-tested node, then four. In late October, four nodes side by side and, if we get a slot, next to a reference monitor. A real-site trial is only possible before November first, when Delhi's restrictions start, and only with a site and approvals in place. Otherwise our evidence is an approved, safety-controlled dust-source test with misting on and off in randomised blocks — measuring how well we recover a known source, how often we abstain, and the water used. We'll report that as a controlled test, never as field validation. One proposal — not a promise: an earned-permission pilot for sites that prove they're clean. Our ask: a pilot site, a reference co-location slot, and a DPCC or CAQM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for "why not forecasting?". Say: with only months of station history, our ML did not beat yesterday's value for PM2.5 without peeking at tomorrow's actual weather, which no forecaster has. The ERA5 inputs are retrospective; an operational version would need issued forecasts. CAMS here is one grid point with an uncontrolled forecast vintage, so it's a reference, not a fair competitor. IITM already runs city forecasting.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for "show me how it behaves". Top: real Delhi background PM10 at a DPCC monitor. Bottom: a simulated site's true contribution vs the fixed pair and DustLedger; gaps are 'inconclusive' hours, not zero pollution. The clipped peak is a calm-wind hour in the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for "what have you actually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for "what about Delhi's calm winter nights?" The replay abstains below 0.5 m/s; coverage in the stress test is shown on slide 7. Better calm-wind handling is on the backlog, not a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for "isn't your simulator rigged?" Answer: the first simulator favoured us and was rebuilt after review; a second reviewer added a stronger reference baseline; self-calibration still wins on all-hour error, but work-hour errors are large and this is not a blind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for "how much does it cost?" Say "parts" every time; installed and lifetime costs are not known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If the demo tab fails, show this. Say: "Real background and wind; simulated sites. The list tells an inspector where to look first; the truth toggle shows where the ring is wrong — the two cleanest sites swap places because both are near the noise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Sources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DustLedger</dc:title>
  <dc:subject>PptxGenJS Presentation</dc:subject>
  <dc:creator>Created by Marp</dc:creator>
  <cp:lastModifiedBy>Created by Marp</cp:lastModifiedBy>
  <cp:revision>1</cp:revision>
  <dcterms:created xsi:type="dcterms:W3CDTF">2026-10-04T10:53:39Z</dcterms:created>
  <dcterms:modified xsi:type="dcterms:W3CDTF">2026-10-04T10:53:39Z</dcterms:modified>
</cp:coreProperties>
</file>