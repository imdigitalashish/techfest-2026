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0:00–0:20 (20 s).
SAY: "We're ‹team›. Delhi has made rainwater harvesting compulsory for 25 years and paid crores in rebates for it. Nobody can tell you whether those pits work. We built the instrument that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0:20–1:40 (80 s).
SAY: "The rule is 25 years old. The rebate is real money. Checking it today means a person visiting a pit, and the plan is self-declaration."
LINE TO LAND: "The verification system doesn't exist yet. We're bidding to be it."
DON'T SAY "never checked" or "self-certification is the rule". HT says it's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1:40–2:30 (50 s).
SAY: "Not 'Delhi is running dry'. CGWB 2025 says 92 %, and 10 tehsils are still over-exploited. The city is spending on recharge right now. Our job: make that 733-million-litre estimate auditable, one structure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2:30–3:15 (45 s). Reproduce: eval/realdata_profile.py
SAY: "This is our code on public data. The network that should show the aquifer responding is mostly stale or zero. So we QC it before we believe it. And where it's clean, the monsoon visibly recharges the aquifer: worth getting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3:15–4:45 (90 s).
SAY: "We don't claim aquifer recharge. We measure what the pit does with the water it gets: how fast it drains, and roughly how much soaked in, with an honest band."
POINT at the four verdicts. "Implausible" is how we catch a bucket poured to fake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4:45–6:00 (75 s).
DO: open deliverables/demo/jalsakshi-demo.html (works offline), press space, let it run ~45 s, talk over the tickets.
FALLBACK: this slide's screenshot (same demo, end of season).
SAY: "Everything you see in the pit is simulated, and labelled so. The rain is Delhi's real 2025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6:00–7:00 (60 s).
SAY: "Lead with the hard number: 13 percent on the stress test, 14.5 with a realistic probe. Three percent only happens when our simulator and verifier agree on the physics, so we don't sell that. The real number comes from a blind weighed-water drum test in November."
Ledger: components/recharge_verifier/autoresearch/results.tsv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7:00–7:45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7:45–8:45 (60 s).
DON'T claim volume pricing (not quoted). DON'T say households will rush to buy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8:45–10:00 (75 s incl.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JalSakshi</dc:title>
  <dc:subject>PptxGenJS Presentation</dc:subject>
  <dc:creator>Created by Marp</dc:creator>
  <cp:lastModifiedBy>Created by Marp</cp:lastModifiedBy>
  <cp:revision>1</cp:revision>
  <dcterms:created xsi:type="dcterms:W3CDTF">2026-10-04T05:23:07Z</dcterms:created>
  <dcterms:modified xsi:type="dcterms:W3CDTF">2026-10-04T05:23:07Z</dcterms:modified>
</cp:coreProperties>
</file>