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0:00–0:30 (30 s). LOGISTICS: present zonal-deck.pdf from your own laptop; the dashboard (components/dashboard/site, served with python3 -m http.server) open in a second tab, offline.
SAY: "We're ‹team›. Our problem is one specific leak: floating single-use packaging escaping through Mumbai's small storm-water outfalls. Mumbai already has trash booms; we make them work harder and make their numbers trustworthy."
LINE TO LAND: "We don't propose another barrier. We make the city's existing barriers accountable."
DON'T SAY "we built a prototype". The software is built; the hardware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0:30–1:40 (70 s).
SAY: "The 5-million-kilogram figure in the problem statement comes from The Ocean Cleanup's 2026 survey of Mumbai. An independent global model puts Malad Creek alone among the top 30 river mouths on Earth. The plastic reaches the sea through drains like these: about 186 outfalls, built for modest rain at low tide."
LINE TO LAND: "In July 2026, BMC pulled 2,498.66 t of waste off seven beaches in 11 days. That is the sea handing back what the drains gave it."
DON'T SAY the tonnage was measured. It is a survey estimate. If asked, the model (Meijer) and the survey disagree on exact tonnage; both put Mumbai among the largest urban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1:40–2:30 (50 s).
SAY: "Bottles have a price, so someone picks them up. Films and sachets don't, so they are what's left for the rain to wash into the nullahs."
LINE TO LAND: "We target the plastic nobody is paid to collect."
DON'T SAY "pickers never collect film". The source says companies disregard low-value plastics and only a small fraction of MLP is collected under EPR.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2:30–3:30 (60 s).
SAY: "This is not an empty field. BMC is going from 9 to 23 booms at about a crore each, and The Ocean Cleanup is coming to Malad and Trombay — the two outlets in your problem statement. What nobody has is a way to know when a boom is about to fail, and whether the tonnage on the invoice was really caught."
LINE TO LAND: "Two Interceptors cover two creeks. NullahNet is for the other booms."
DON'T SAY anything about guilt in the Mithi case: it is a police investigation into alleged inflated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3:30–4:40 (70 s).
SAY: "We built a twin of four real outfalls, driven by real rain, archived forecasts and fitted tides. Most of what escapes slips under the boom when the flow is fast, not over the top. That matches oil-spill boom practice: above about a third of a metre per second, booms leak."
LINE TO LAND: "Booms don't mainly fail by filling up; they fail by being too square to the flow."
DON'T SAY the twin "measured" anything. It computes with assumed curves; it ranks levers, it does not promise tonnes. The capture curve's midpoint is an ASSUMPTION based on oil-boom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4:40–5:40 (60 s).
SAY: "Five layers, all bolted onto what exists. Eyes on the pocket, a twin that knows the tide and tomorrow's rain, a dispatch plan, a hardware retrofit, and records nobody can quietly edit."
LINE TO LAND: "No new civil works. We change when crews go, how booms sit, and how contractors are paid."
DON'T SAY "our trap is novel". One-way floating traps exist; our claim is the retrofit plus the fail-open safety and the instrumentation, and only what the flume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5:40–6:50 (70 s).
SAY: "Same two crews, same hours. Timing work to the tide beats the obvious 'clear it when it looks full' rule in 39 of 40 simulated seasons. Against today's fixed schedule the gain is a couple of percent and could be zero."
LINE TO LAND: "Sensors alone don't help; sensors plus tide-aware timing do. And dispatch is not our biggest lever — capture is."
DON'T SAY "we cut plastic" without "in our simulation, against a sensor-threshold rule". Never quote absolute tonnes from the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6:50–7:50 (60 s).
SAY: "The fuse is there so the boom is never the reason a street floods; in the twin it barely changes capture. The one-way pocket is the capture lever we must prove in the flume. The camera is instrumentation, not our novelty. The records system catches most inflated claims in synthetic tests, but at low fraud rates many flags are false, so a flag means a second look, not a penalty."
LINE TO LAND: "We report our weak numbers as plainly as our strong ones."
DON'T SAY "AI detects all plastic". Night, rain, glare and submerged film are real limits; fill from a range sensor is the primary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7:50–8:40 (50 s).
SAY: "Every hardware line is priced from a real Indian retailer page, with the link and the date in our prototype plan. A sensor node costs less than one percent of a boom, and the boom's yearly upkeep is about a crore."
LINE TO LAND: "If NullahNet makes even a sliver of that upkeep better targeted or better verified, it pays for itself."
DON'T SAY a payback period as fact. It depends on the effect size, which the pilot must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8:40–9:15 (35 s).
SAY: "The money exists: BMC already pays for booms and their upkeep. We ask for one ward and three outfalls to prove it."
LINE TO LAND: "Two Interceptors cover two creeks. Give us three small outfalls, and we'll show the city's booms can be measured, timed and trusted."
RESERVE 45 s for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"show us the software". Walk: map → a site → rain + tide → fill and escape (SIMULATED) → tomorrow's plan → ledger tab with signature check → tamper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"your results are simulated". Parameter table with sources: research/components/twin.md.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"too good to be true"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judges to the repo files if they ask for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NullahNet</dc:title>
  <dc:subject>PptxGenJS Presentation</dc:subject>
  <dc:creator>Created by Marp</dc:creator>
  <cp:lastModifiedBy>Created by Marp</cp:lastModifiedBy>
  <cp:revision>1</cp:revision>
  <dcterms:created xsi:type="dcterms:W3CDTF">2026-10-04T10:51:50Z</dcterms:created>
  <dcterms:modified xsi:type="dcterms:W3CDTF">2026-10-04T10:51:50Z</dcterms:modified>
</cp:coreProperties>
</file>